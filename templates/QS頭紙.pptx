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handoutMasterIdLst>
    <p:handoutMasterId r:id="rId4"/>
  </p:handoutMasterIdLst>
  <p:sldIdLst>
    <p:sldId id="282" r:id="rId2"/>
  </p:sldIdLst>
  <p:sldSz cx="9906000" cy="6858000" type="A4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A84"/>
    <a:srgbClr val="E8C238"/>
    <a:srgbClr val="FFFFFF"/>
    <a:srgbClr val="7BD1A2"/>
    <a:srgbClr val="E8C134"/>
    <a:srgbClr val="FF9900"/>
    <a:srgbClr val="FABB7C"/>
    <a:srgbClr val="83CBEB"/>
    <a:srgbClr val="0000AC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>
      <p:cViewPr varScale="1">
        <p:scale>
          <a:sx n="51" d="100"/>
          <a:sy n="51" d="100"/>
        </p:scale>
        <p:origin x="1908" y="4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howGuides="1">
      <p:cViewPr>
        <p:scale>
          <a:sx n="75" d="100"/>
          <a:sy n="75" d="100"/>
        </p:scale>
        <p:origin x="1358" y="-1392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6C720FF-5D23-6530-E2CD-2C08194E19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4211" cy="498659"/>
          </a:xfrm>
          <a:prstGeom prst="rect">
            <a:avLst/>
          </a:prstGeom>
        </p:spPr>
        <p:txBody>
          <a:bodyPr vert="horz" lIns="91426" tIns="45714" rIns="91426" bIns="4571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900CDD-4AF2-DC43-B9AE-5D2F72AA75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9432745"/>
            <a:ext cx="2944211" cy="498656"/>
          </a:xfrm>
          <a:prstGeom prst="rect">
            <a:avLst/>
          </a:prstGeom>
        </p:spPr>
        <p:txBody>
          <a:bodyPr vert="horz" lIns="91426" tIns="45714" rIns="91426" bIns="45714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6446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4211" cy="498659"/>
          </a:xfrm>
          <a:prstGeom prst="rect">
            <a:avLst/>
          </a:prstGeom>
        </p:spPr>
        <p:txBody>
          <a:bodyPr vert="horz" lIns="91426" tIns="45714" rIns="91426" bIns="4571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48117" y="3"/>
            <a:ext cx="2945297" cy="498659"/>
          </a:xfrm>
          <a:prstGeom prst="rect">
            <a:avLst/>
          </a:prstGeom>
        </p:spPr>
        <p:txBody>
          <a:bodyPr vert="horz" lIns="91426" tIns="45714" rIns="91426" bIns="45714" rtlCol="0"/>
          <a:lstStyle>
            <a:lvl1pPr algn="r">
              <a:defRPr sz="1200"/>
            </a:lvl1pPr>
          </a:lstStyle>
          <a:p>
            <a:fld id="{21E8D667-E83B-43BB-82B8-6787EF6C1681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76313" y="1239838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4" rIns="91426" bIns="4571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017" y="4780155"/>
            <a:ext cx="5436470" cy="3910402"/>
          </a:xfrm>
          <a:prstGeom prst="rect">
            <a:avLst/>
          </a:prstGeom>
        </p:spPr>
        <p:txBody>
          <a:bodyPr vert="horz" lIns="91426" tIns="45714" rIns="91426" bIns="4571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32745"/>
            <a:ext cx="2944211" cy="498656"/>
          </a:xfrm>
          <a:prstGeom prst="rect">
            <a:avLst/>
          </a:prstGeom>
        </p:spPr>
        <p:txBody>
          <a:bodyPr vert="horz" lIns="91426" tIns="45714" rIns="91426" bIns="45714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48117" y="9432745"/>
            <a:ext cx="2945297" cy="498656"/>
          </a:xfrm>
          <a:prstGeom prst="rect">
            <a:avLst/>
          </a:prstGeom>
        </p:spPr>
        <p:txBody>
          <a:bodyPr vert="horz" lIns="91426" tIns="45714" rIns="91426" bIns="45714" rtlCol="0" anchor="b"/>
          <a:lstStyle>
            <a:lvl1pPr algn="r">
              <a:defRPr sz="1200"/>
            </a:lvl1pPr>
          </a:lstStyle>
          <a:p>
            <a:fld id="{64ABA72C-5DA2-4261-90C3-444465BA28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2413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1EDFC-4697-4CDD-B3DE-EB46F4EE8C5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44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476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298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2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0" y="4589467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92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1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9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0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16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127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9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9" indent="0">
              <a:buNone/>
              <a:defRPr sz="1000"/>
            </a:lvl7pPr>
            <a:lvl8pPr marL="3200480" indent="0">
              <a:buNone/>
              <a:defRPr sz="1000"/>
            </a:lvl8pPr>
            <a:lvl9pPr marL="3657691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228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9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9" indent="0">
              <a:buNone/>
              <a:defRPr sz="1000"/>
            </a:lvl7pPr>
            <a:lvl8pPr marL="3200480" indent="0">
              <a:buNone/>
              <a:defRPr sz="1000"/>
            </a:lvl8pPr>
            <a:lvl9pPr marL="3657691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541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846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2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47261-F166-4C69-AE4B-2863E9E4F9A7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4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E965A-D7B1-4E0E-94D9-48B15C652A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59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kumimoji="1"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>
            <a:extLst>
              <a:ext uri="{FF2B5EF4-FFF2-40B4-BE49-F238E27FC236}">
                <a16:creationId xmlns:a16="http://schemas.microsoft.com/office/drawing/2014/main" id="{1510EB8F-74FF-53DD-AB83-44CB588D39E9}"/>
              </a:ext>
            </a:extLst>
          </p:cNvPr>
          <p:cNvSpPr/>
          <p:nvPr/>
        </p:nvSpPr>
        <p:spPr>
          <a:xfrm flipV="1">
            <a:off x="-11429" y="0"/>
            <a:ext cx="1357629" cy="977900"/>
          </a:xfrm>
          <a:prstGeom prst="rtTriangle">
            <a:avLst/>
          </a:prstGeom>
          <a:solidFill>
            <a:srgbClr val="F1E0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9" name="直角三角形 28">
            <a:extLst>
              <a:ext uri="{FF2B5EF4-FFF2-40B4-BE49-F238E27FC236}">
                <a16:creationId xmlns:a16="http://schemas.microsoft.com/office/drawing/2014/main" id="{144F45C1-530D-04F8-9AC5-B2CE0C06098D}"/>
              </a:ext>
            </a:extLst>
          </p:cNvPr>
          <p:cNvSpPr/>
          <p:nvPr/>
        </p:nvSpPr>
        <p:spPr>
          <a:xfrm flipH="1">
            <a:off x="8622030" y="5659488"/>
            <a:ext cx="1295400" cy="1198512"/>
          </a:xfrm>
          <a:prstGeom prst="rtTriangle">
            <a:avLst/>
          </a:prstGeom>
          <a:solidFill>
            <a:srgbClr val="F1E0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11F8336-191A-34FB-2A97-6432942251C4}"/>
              </a:ext>
            </a:extLst>
          </p:cNvPr>
          <p:cNvSpPr/>
          <p:nvPr/>
        </p:nvSpPr>
        <p:spPr>
          <a:xfrm flipH="1" flipV="1">
            <a:off x="5791200" y="0"/>
            <a:ext cx="4126230" cy="2537460"/>
          </a:xfrm>
          <a:prstGeom prst="rtTriangle">
            <a:avLst/>
          </a:prstGeom>
          <a:solidFill>
            <a:srgbClr val="83C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6" name="直角三角形 45">
            <a:extLst>
              <a:ext uri="{FF2B5EF4-FFF2-40B4-BE49-F238E27FC236}">
                <a16:creationId xmlns:a16="http://schemas.microsoft.com/office/drawing/2014/main" id="{FED246E3-BEF3-4103-57D4-0FBD294E5AC6}"/>
              </a:ext>
            </a:extLst>
          </p:cNvPr>
          <p:cNvSpPr/>
          <p:nvPr/>
        </p:nvSpPr>
        <p:spPr>
          <a:xfrm>
            <a:off x="0" y="4320540"/>
            <a:ext cx="4126230" cy="2537460"/>
          </a:xfrm>
          <a:prstGeom prst="rtTriangle">
            <a:avLst/>
          </a:prstGeom>
          <a:solidFill>
            <a:srgbClr val="83C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pic>
        <p:nvPicPr>
          <p:cNvPr id="51" name="図 50" descr="暗い, シャツ が含まれている画像&#10;&#10;自動的に生成された説明">
            <a:extLst>
              <a:ext uri="{FF2B5EF4-FFF2-40B4-BE49-F238E27FC236}">
                <a16:creationId xmlns:a16="http://schemas.microsoft.com/office/drawing/2014/main" id="{37FFC221-93B7-E521-4BBA-1A61FF2C26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06" t="8526" r="15912" b="50000"/>
          <a:stretch/>
        </p:blipFill>
        <p:spPr>
          <a:xfrm rot="16200000">
            <a:off x="7910395" y="4242182"/>
            <a:ext cx="1119021" cy="2065687"/>
          </a:xfrm>
          <a:prstGeom prst="rect">
            <a:avLst/>
          </a:prstGeom>
        </p:spPr>
      </p:pic>
      <p:pic>
        <p:nvPicPr>
          <p:cNvPr id="52" name="グラフィックス 2">
            <a:extLst>
              <a:ext uri="{FF2B5EF4-FFF2-40B4-BE49-F238E27FC236}">
                <a16:creationId xmlns:a16="http://schemas.microsoft.com/office/drawing/2014/main" id="{915C8335-AFAF-19BA-A17F-E60D2601E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0350" b="-50"/>
          <a:stretch/>
        </p:blipFill>
        <p:spPr>
          <a:xfrm>
            <a:off x="4629092" y="2390538"/>
            <a:ext cx="634809" cy="578279"/>
          </a:xfrm>
          <a:prstGeom prst="rect">
            <a:avLst/>
          </a:prstGeom>
        </p:spPr>
      </p:pic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92791C0-A3A0-0FAE-DF5F-0C1EDA3C6AC5}"/>
              </a:ext>
            </a:extLst>
          </p:cNvPr>
          <p:cNvSpPr txBox="1"/>
          <p:nvPr/>
        </p:nvSpPr>
        <p:spPr>
          <a:xfrm>
            <a:off x="4116759" y="1672225"/>
            <a:ext cx="162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kumimoji="1" lang="en-US" altLang="ja-JP" sz="28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QS</a:t>
            </a:r>
            <a:r>
              <a:rPr kumimoji="1" lang="ja-JP" altLang="en-US" sz="28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算数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381D23A-D325-1240-0A7F-C9F77FE064B0}"/>
              </a:ext>
            </a:extLst>
          </p:cNvPr>
          <p:cNvSpPr txBox="1"/>
          <p:nvPr/>
        </p:nvSpPr>
        <p:spPr>
          <a:xfrm>
            <a:off x="6100838" y="6482803"/>
            <a:ext cx="3082209" cy="23787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ja-JP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©</a:t>
            </a:r>
            <a:r>
              <a:rPr lang="ja-JP" altLang="en-US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受験</a:t>
            </a:r>
            <a:r>
              <a:rPr lang="en-US" altLang="ja-JP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Dr.</a:t>
            </a:r>
            <a:r>
              <a:rPr lang="ja-JP" altLang="en-US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算数科 </a:t>
            </a:r>
            <a:r>
              <a:rPr lang="en-US" altLang="ja-JP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(</a:t>
            </a:r>
            <a:r>
              <a:rPr lang="ja-JP" altLang="en-US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非売品 無断複製・転売を禁ず</a:t>
            </a:r>
            <a:r>
              <a:rPr lang="en-US" altLang="ja-JP" sz="900" dirty="0">
                <a:latin typeface="UD Digi Kyokasho N-R" panose="02020400000000000000" pitchFamily="17" charset="-128"/>
                <a:ea typeface="UD Digi Kyokasho N-R" panose="02020400000000000000" pitchFamily="17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844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round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14054</TotalTime>
  <Words>18</Words>
  <Application>Microsoft Office PowerPoint</Application>
  <PresentationFormat>A4 210 x 297 mm</PresentationFormat>
  <Paragraphs>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UD デジタル 教科書体 NK-R</vt:lpstr>
      <vt:lpstr>UD Digi Kyokasho N-R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山口健治</dc:creator>
  <cp:lastModifiedBy>山口健治</cp:lastModifiedBy>
  <cp:revision>121</cp:revision>
  <cp:lastPrinted>2025-02-25T05:54:08Z</cp:lastPrinted>
  <dcterms:created xsi:type="dcterms:W3CDTF">2024-04-26T23:39:24Z</dcterms:created>
  <dcterms:modified xsi:type="dcterms:W3CDTF">2026-01-22T12:01:59Z</dcterms:modified>
</cp:coreProperties>
</file>